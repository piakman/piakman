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1.2 | Peak Cooling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Concept and Design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A room warms up when heat enters faster than the system removes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Use a simple balance: heat gain versus cooling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Heat gain raises the room load.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Cooling capacity must remove heat at the required 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Peak cooling load is the maximum simultaneous heat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A daily profile converts a moving problem into one design hour.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91640"/>
            <a:ext cx="45720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The design point is the maximum expected load during operation.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Do not size equipment using only an average 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08_peak_vs_averag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382" y="1874519"/>
            <a:ext cx="5561076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Total load is built from three families of heat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Use categories before equations.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91640"/>
            <a:ext cx="45720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External load: solar + envelope conduction + lag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Internal load: people + lighting + equipment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Outdoor air load: ventilation + infiltration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09_four_factor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76" y="1874519"/>
            <a:ext cx="5381686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Envelope heat gain can arrive hours after the sun hits the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Thermal lag shifts the load peak into the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Wall and roof mass store heat temporarily.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The indoor cooling load may peak after solar noon.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Office buildings often peak at 15:00–16:00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West solar gain, thermal lag, and internal gains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691640"/>
            <a:ext cx="45720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Solar load + internal load + time lag create the peak period.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The peak hour depends on building use and orientation.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691640"/>
            <a:ext cx="6126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10_load_profil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165" y="1874519"/>
            <a:ext cx="5213508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A nightclub peaks at night because the use pattern changes the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Peak time follows dominant heat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Solar gain may be zero at night.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Occupants, lighting, latent heat, and equipment dominate.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Wrong capacity creates two different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Both undersizing and oversizing are engineering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Undersized: cannot hold setpoint at peak.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Oversized: short cycling, poor humidity control, and higher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Peak load calculation is a structured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973"/>
                </a:solidFill>
                <a:latin typeface="Aptos"/>
              </a:rPr>
              <a:t>Before equipment selection, calculate the hourly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Survey → design conditions → load components → hourly total → equipment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374B"/>
                </a:solidFill>
                <a:latin typeface="Aptos"/>
              </a:rPr>
              <a:t>Quick check before moving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08356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Why is peak load not always at noon?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Which load component is most dependent on building use?</a:t>
            </a:r>
          </a:p>
          <a:p>
            <a:pPr>
              <a:spcAft>
                <a:spcPts val="1200"/>
              </a:spcAft>
              <a:defRPr sz="2200">
                <a:solidFill>
                  <a:srgbClr val="232D37"/>
                </a:solidFill>
                <a:latin typeface="Aptos"/>
              </a:defRPr>
            </a:pPr>
            <a:r>
              <a:t>Why can oversizing be a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828C"/>
                </a:solidFill>
              </a:rPr>
              <a:t>Air Conditioning · Chapter 1 · Topic 1.2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